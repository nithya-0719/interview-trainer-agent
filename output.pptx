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646"/>
  </p:normalViewPr>
  <p:slideViewPr>
    <p:cSldViewPr snapToGrid="0">
      <p:cViewPr varScale="1">
        <p:scale>
          <a:sx n="98" d="100"/>
          <a:sy n="98" d="100"/>
        </p:scale>
        <p:origin x="3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730A-52CB-34B1-E80D-AB718E41E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7FFE3-D450-3EB4-2358-26357DF6B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6D40D-4DE9-FEE7-BE43-0EBFF99C9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7F750-3D66-69A0-769C-D25C1D1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2FB33-F332-A6FA-A666-2CE26CD7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8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764F-D2CD-B5EB-2416-024B5D5C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2C4F-1ACE-4655-7324-ECF5D1D37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A2D9F-660C-6D4F-817E-0CBAC081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1457B-1923-B6EB-407B-9616E08E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F745A-21F3-634D-86DC-F33C2B74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3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F163-7BDD-71B9-48E6-6151887D3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E0192-6180-DE71-2CCE-5B4C8BD8C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4C38A-6156-594C-E3C6-2919022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2042E-693A-7232-84A5-148C3A03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A32D8-2E5E-B824-9A03-E7835B07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4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49334-6254-2690-1AFC-5B276527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2BC86-B3C6-231A-0209-96D271007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5086C-0812-2AB1-3C4E-927A53004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22D39-3E62-CFE2-136C-D6692F4C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163C4-2974-DB47-BF42-D1CBEC54F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3F1EC-73E7-C1F1-DDCC-1994DF97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6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DE7B7-8BB9-3D73-6F8D-032B5F5C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C84F2-C364-CD60-F004-181B86CD9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6C024-13E2-D4A9-9721-19E492F3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2BE49-80F1-80A3-519A-9D643F100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96085-0B89-E248-1A98-C96320467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4212F4-9F2D-A45E-E841-249B1933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C9CE1-F6EC-5083-C4FE-FEC2CB1B7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00DD5C-0A5C-63FF-F044-4ECBB608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3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3BE4-6DBC-D837-A6C2-300D1D82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674B0-C2AB-4F79-5021-D48D711F0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1C782-7DFB-A744-2F9F-D65A583EC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7D3FE-E557-A2EE-4169-345ACE11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7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B3EB89-8166-00DE-F395-EFA08C888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5DCF8-5258-001A-4E4A-C8EDAF84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B4963-84F6-E619-FFF9-34C9C169A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6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8F904-DB1D-A069-D2C7-886F732D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46C71-A6A6-AED9-7769-616F53030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A3D1F-07E3-8174-8AC8-995379310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C38F7-7577-5660-3D09-CFEA1290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5AF0F-EC88-893E-DBD0-3A969CA9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3C286-95BB-B244-94A7-884256E9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8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7BDF-4823-A61B-F526-7B9A9399D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40212-A046-0806-2A92-281C8996E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1A7F4-0D71-E648-8586-1A28A39C9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9CA1C-B742-15F2-856E-C24BDB6E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B091C-DC39-4492-57B5-545A5623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B5A8D-A40C-3B0F-52B8-3B286AF4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7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0DF6-CB31-459A-D48F-72B54463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0E37D-BEC1-5980-25D0-307983879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AA2B3-FBC0-913A-6F3F-F2B3886F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C270C-84C8-AAF9-D984-2B210FCA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666BE-6EA2-90DC-F738-553FD482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9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92BCB1-EA8D-B424-8620-34EE1833F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08D05-D5B7-9E87-DB8F-00EDD01BF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780FF-6DDF-897D-37AD-21F9B790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31713-D65E-3EE4-41D8-E7DA4654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AE22-8805-47F7-DE42-32A0733F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8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76508-1312-297E-0F80-832320DA0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19EEA-4E3E-18FF-19EB-D195FDC16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84B0B-9009-E1A1-8031-66505C62B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3514E-C56A-5F48-9A52-F0ABF127F7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1C2F0-2EA7-9080-39DB-37BB66D86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7F87C-CEBD-F4DE-2AB9-52D4F4B86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698D8-0074-974D-BFE2-9CA73EF19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2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EE21-E34C-F55F-145F-D93CF661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68" y="0"/>
            <a:ext cx="10515600" cy="1325563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2CD45A0-B8CD-83FF-D169-A9E41B404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39143"/>
            <a:ext cx="5799909" cy="3047610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3A20B-F06D-E0B6-090A-9642B0FD4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909" y="662781"/>
            <a:ext cx="5969000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8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983F11-45F8-EF51-B3D4-850157DB0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600" y="993571"/>
            <a:ext cx="5740400" cy="4343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029242-70C1-8263-4073-D95B0A433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0" y="1077629"/>
            <a:ext cx="5600700" cy="41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81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88B1F7-630A-297D-A51A-2E97B1083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370943"/>
            <a:ext cx="5867400" cy="3327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A114DF-D2EE-545D-E474-033ECD931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987" y="1123293"/>
            <a:ext cx="57023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9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A1D1CA-FA2A-F519-6739-5B3EC9DDF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030" y="858974"/>
            <a:ext cx="468525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30E45F-6ADA-7DD5-3DE8-66D0479E1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470" y="1493158"/>
            <a:ext cx="58293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81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OUTPUT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Smriti Karmakar</dc:creator>
  <cp:lastModifiedBy>Smriti Karmakar</cp:lastModifiedBy>
  <cp:revision>2</cp:revision>
  <dcterms:created xsi:type="dcterms:W3CDTF">2026-06-04T17:42:28Z</dcterms:created>
  <dcterms:modified xsi:type="dcterms:W3CDTF">2026-06-04T17:46:34Z</dcterms:modified>
</cp:coreProperties>
</file>